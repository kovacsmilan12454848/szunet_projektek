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Open Sans Bold" panose="020B0604020202020204" charset="0"/>
      <p:regular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  <p:embeddedFont>
      <p:font typeface="Wingdings 3" panose="05040102010807070707" pitchFamily="18" charset="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3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0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0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80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8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8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4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185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5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1879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80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76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5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9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62400" y="3345922"/>
            <a:ext cx="9268560" cy="852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hu-HU" sz="540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Egészségi állapot elemző</a:t>
            </a:r>
            <a:endParaRPr lang="en-US" sz="5000" b="1" dirty="0">
              <a:solidFill>
                <a:srgbClr val="00000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58154" y="6538211"/>
            <a:ext cx="897169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Készítette</a:t>
            </a:r>
            <a:r>
              <a:rPr lang="en-US" sz="4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  <a:r>
              <a:rPr lang="en-US" sz="45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Kovács</a:t>
            </a:r>
            <a:r>
              <a:rPr lang="en-US" sz="4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Milán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88237" y="952500"/>
            <a:ext cx="5711526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projekt célja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35562"/>
            <a:ext cx="16230600" cy="492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projekt lényege hogy kimutassa az emberek étkezései és személyes állapotuk szerinti egészségi szinteket.</a:t>
            </a:r>
          </a:p>
          <a:p>
            <a:pPr algn="l">
              <a:lnSpc>
                <a:spcPts val="4899"/>
              </a:lnSpc>
            </a:pPr>
            <a:endParaRPr lang="en-US" sz="3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Minden ember másként él és étkezik, és ezek eltérések kimutathatóak az egészségi állapotukban is.</a:t>
            </a:r>
          </a:p>
          <a:p>
            <a:pPr algn="l">
              <a:lnSpc>
                <a:spcPts val="4899"/>
              </a:lnSpc>
            </a:pPr>
            <a:endParaRPr lang="en-US" sz="3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ember egészségi álapota van vizsgálva hogy mennyire tér el a kelleténél és milyen az egészségi szintje.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69121" y="2898268"/>
            <a:ext cx="8590179" cy="5852059"/>
          </a:xfrm>
          <a:custGeom>
            <a:avLst/>
            <a:gdLst/>
            <a:ahLst/>
            <a:cxnLst/>
            <a:rect l="l" t="t" r="r" b="b"/>
            <a:pathLst>
              <a:path w="8590179" h="5852059">
                <a:moveTo>
                  <a:pt x="0" y="0"/>
                </a:moveTo>
                <a:lnTo>
                  <a:pt x="8590179" y="0"/>
                </a:lnTo>
                <a:lnTo>
                  <a:pt x="8590179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51863" y="1028700"/>
            <a:ext cx="8034516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</a:t>
            </a:r>
            <a:r>
              <a:rPr lang="en-US" sz="4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adatbázis</a:t>
            </a:r>
            <a:r>
              <a:rPr lang="en-US" sz="4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Felépitése</a:t>
            </a:r>
            <a:endParaRPr lang="en-US" sz="44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822068"/>
            <a:ext cx="7054959" cy="622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 adatbázisban szerkezete:</a:t>
            </a:r>
          </a:p>
          <a:p>
            <a:pPr algn="l">
              <a:lnSpc>
                <a:spcPts val="4900"/>
              </a:lnSpc>
            </a:pPr>
            <a:endParaRPr lang="en-US" sz="37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3-tábla az ételeket tartalmazza.</a:t>
            </a:r>
          </a:p>
          <a:p>
            <a:pPr algn="l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1-tábla a személyeket tartalmazza.</a:t>
            </a:r>
          </a:p>
          <a:p>
            <a:pPr algn="l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1-tábla az összekötőtábla amivel tudjuk követni az eseményeket.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31871" y="4898244"/>
            <a:ext cx="11301259" cy="4916048"/>
          </a:xfrm>
          <a:custGeom>
            <a:avLst/>
            <a:gdLst/>
            <a:ahLst/>
            <a:cxnLst/>
            <a:rect l="l" t="t" r="r" b="b"/>
            <a:pathLst>
              <a:path w="11301259" h="4916048">
                <a:moveTo>
                  <a:pt x="0" y="0"/>
                </a:moveTo>
                <a:lnTo>
                  <a:pt x="11301259" y="0"/>
                </a:lnTo>
                <a:lnTo>
                  <a:pt x="11301259" y="4916048"/>
                </a:lnTo>
                <a:lnTo>
                  <a:pt x="0" y="491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31871" y="2095500"/>
            <a:ext cx="11301259" cy="1711853"/>
          </a:xfrm>
          <a:custGeom>
            <a:avLst/>
            <a:gdLst/>
            <a:ahLst/>
            <a:cxnLst/>
            <a:rect l="l" t="t" r="r" b="b"/>
            <a:pathLst>
              <a:path w="11301259" h="1711853">
                <a:moveTo>
                  <a:pt x="0" y="0"/>
                </a:moveTo>
                <a:lnTo>
                  <a:pt x="11301259" y="0"/>
                </a:lnTo>
                <a:lnTo>
                  <a:pt x="11301259" y="1711853"/>
                </a:lnTo>
                <a:lnTo>
                  <a:pt x="0" y="1711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23860" y="931044"/>
            <a:ext cx="12240280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</a:t>
            </a:r>
            <a:r>
              <a:rPr lang="hu-HU" sz="4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projektben</a:t>
            </a:r>
            <a:r>
              <a:rPr lang="en-US" sz="4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használt</a:t>
            </a:r>
            <a:r>
              <a:rPr lang="en-US" sz="4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hu-HU" sz="4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képletek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7641" y="2324759"/>
            <a:ext cx="3909084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test alap kcal használata: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7071" y="5456820"/>
            <a:ext cx="5187929" cy="1206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ember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mozgása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szerinti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szorzó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86731" y="816660"/>
            <a:ext cx="11301259" cy="1921214"/>
          </a:xfrm>
          <a:custGeom>
            <a:avLst/>
            <a:gdLst/>
            <a:ahLst/>
            <a:cxnLst/>
            <a:rect l="l" t="t" r="r" b="b"/>
            <a:pathLst>
              <a:path w="11301259" h="1921214">
                <a:moveTo>
                  <a:pt x="0" y="0"/>
                </a:moveTo>
                <a:lnTo>
                  <a:pt x="11301259" y="0"/>
                </a:lnTo>
                <a:lnTo>
                  <a:pt x="11301259" y="1921215"/>
                </a:lnTo>
                <a:lnTo>
                  <a:pt x="0" y="1921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072235"/>
            <a:ext cx="6518962" cy="7073524"/>
          </a:xfrm>
          <a:custGeom>
            <a:avLst/>
            <a:gdLst/>
            <a:ahLst/>
            <a:cxnLst/>
            <a:rect l="l" t="t" r="r" b="b"/>
            <a:pathLst>
              <a:path w="6518962" h="7073524">
                <a:moveTo>
                  <a:pt x="0" y="0"/>
                </a:moveTo>
                <a:lnTo>
                  <a:pt x="6518962" y="0"/>
                </a:lnTo>
                <a:lnTo>
                  <a:pt x="6518962" y="7073524"/>
                </a:lnTo>
                <a:lnTo>
                  <a:pt x="0" y="7073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7" b="-188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417025" y="3726367"/>
            <a:ext cx="6518963" cy="121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</a:t>
            </a:r>
            <a:r>
              <a:rPr lang="en-US" sz="35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emberek</a:t>
            </a:r>
            <a:r>
              <a:rPr lang="en-US" sz="3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leggyakrabban</a:t>
            </a:r>
            <a:r>
              <a:rPr lang="en-US" sz="3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választott</a:t>
            </a:r>
            <a:r>
              <a:rPr lang="en-US" sz="3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ételei</a:t>
            </a:r>
            <a:endParaRPr lang="en-US" sz="35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417025" y="6551847"/>
            <a:ext cx="7618191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emberek vizsgálata mennyire térnek el a napi kalória limittől.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722679"/>
            <a:ext cx="11301259" cy="3305618"/>
          </a:xfrm>
          <a:custGeom>
            <a:avLst/>
            <a:gdLst/>
            <a:ahLst/>
            <a:cxnLst/>
            <a:rect l="l" t="t" r="r" b="b"/>
            <a:pathLst>
              <a:path w="11301259" h="3305618">
                <a:moveTo>
                  <a:pt x="0" y="0"/>
                </a:moveTo>
                <a:lnTo>
                  <a:pt x="11301258" y="0"/>
                </a:lnTo>
                <a:lnTo>
                  <a:pt x="11301258" y="3305618"/>
                </a:lnTo>
                <a:lnTo>
                  <a:pt x="0" y="3305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4334318"/>
            <a:ext cx="7423294" cy="5722855"/>
          </a:xfrm>
          <a:custGeom>
            <a:avLst/>
            <a:gdLst/>
            <a:ahLst/>
            <a:cxnLst/>
            <a:rect l="l" t="t" r="r" b="b"/>
            <a:pathLst>
              <a:path w="7423294" h="5722855">
                <a:moveTo>
                  <a:pt x="0" y="0"/>
                </a:moveTo>
                <a:lnTo>
                  <a:pt x="7423294" y="0"/>
                </a:lnTo>
                <a:lnTo>
                  <a:pt x="7423294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4762500"/>
            <a:ext cx="6988012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emberek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BMI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alapon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milyen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helyen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vannak</a:t>
            </a:r>
            <a:r>
              <a:rPr lang="en-US" sz="3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benne.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7549063"/>
            <a:ext cx="7858996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Az emberek sportolás szerint való étkezése alapján lévő csoport.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0773" y="4280165"/>
            <a:ext cx="12626455" cy="4101045"/>
          </a:xfrm>
          <a:custGeom>
            <a:avLst/>
            <a:gdLst/>
            <a:ahLst/>
            <a:cxnLst/>
            <a:rect l="l" t="t" r="r" b="b"/>
            <a:pathLst>
              <a:path w="12626455" h="4101045">
                <a:moveTo>
                  <a:pt x="0" y="0"/>
                </a:moveTo>
                <a:lnTo>
                  <a:pt x="12626454" y="0"/>
                </a:lnTo>
                <a:lnTo>
                  <a:pt x="12626454" y="4101045"/>
                </a:lnTo>
                <a:lnTo>
                  <a:pt x="0" y="4101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2595" y="1768728"/>
            <a:ext cx="14622810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Végső összegzés és egy egészségi kimutatás ki az aki a egészségi állapot alapján.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00963" y="4711382"/>
            <a:ext cx="6686074" cy="77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Köszönöm a Figyelmet!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TM02900688[[fn=Dimenzió]]</Template>
  <TotalTime>6</TotalTime>
  <Words>154</Words>
  <Application>Microsoft Office PowerPoint</Application>
  <PresentationFormat>Egyéni</PresentationFormat>
  <Paragraphs>25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Trebuchet MS</vt:lpstr>
      <vt:lpstr>Wingdings 3</vt:lpstr>
      <vt:lpstr>Arial</vt:lpstr>
      <vt:lpstr>Open Sans Bold</vt:lpstr>
      <vt:lpstr>Dimenzió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Étkezési állapot elemző</dc:title>
  <cp:lastModifiedBy>milan kovacs</cp:lastModifiedBy>
  <cp:revision>7</cp:revision>
  <dcterms:created xsi:type="dcterms:W3CDTF">2006-08-16T00:00:00Z</dcterms:created>
  <dcterms:modified xsi:type="dcterms:W3CDTF">2026-04-12T20:24:15Z</dcterms:modified>
  <dc:identifier>DAHGcehMVts</dc:identifier>
</cp:coreProperties>
</file>